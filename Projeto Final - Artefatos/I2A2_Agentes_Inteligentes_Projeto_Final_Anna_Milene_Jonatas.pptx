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PT Sans Narrow"/>
      <p:regular r:id="rId13"/>
      <p:bold r:id="rId14"/>
    </p:embeddedFont>
    <p:embeddedFont>
      <p:font typeface="Open Sans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TSansNarrow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OpenSans-regular.fntdata"/><Relationship Id="rId14" Type="http://schemas.openxmlformats.org/officeDocument/2006/relationships/font" Target="fonts/PTSansNarrow-bold.fntdata"/><Relationship Id="rId17" Type="http://schemas.openxmlformats.org/officeDocument/2006/relationships/font" Target="fonts/OpenSans-italic.fntdata"/><Relationship Id="rId16" Type="http://schemas.openxmlformats.org/officeDocument/2006/relationships/font" Target="fonts/Open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Open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9fa465bc2e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9fa465bc2e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fa465bc2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9fa465bc2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fa465bc2e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9fa465bc2e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9fa465bc2e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9fa465bc2e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9fa465bc2e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9fa465bc2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9fa465bc2e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9fa465bc2e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403983" y="17594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/>
              <a:t>Agente de Inteligência Fiscal com Customização Setorial</a:t>
            </a:r>
            <a:endParaRPr sz="6300"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56525" y="41719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chemeClr val="lt1"/>
                </a:highlight>
              </a:rPr>
              <a:t>Grupo e integrante: Anna Luiza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chemeClr val="lt1"/>
                </a:highlight>
              </a:rPr>
              <a:t>Nome do grupo: Anna_Milene_Jonatas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0463" y="1240475"/>
            <a:ext cx="2863073" cy="205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420"/>
              <a:t>O Desafio Fiscal no Brasil</a:t>
            </a:r>
            <a:endParaRPr sz="2420"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311700" y="4157475"/>
            <a:ext cx="8520600" cy="10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900">
                <a:solidFill>
                  <a:srgbClr val="000000"/>
                </a:solidFill>
              </a:rPr>
              <a:t>https://g1.globo.com/economia/noticia/empresas-gastam-1958-horas-e-r-60-bilhoes-por-ano-para-vencer-burocracia-tributaria-apontam-pesquisas.ghtml</a:t>
            </a:r>
            <a:endParaRPr sz="900">
              <a:solidFill>
                <a:srgbClr val="000000"/>
              </a:solidFill>
            </a:endParaRPr>
          </a:p>
        </p:txBody>
      </p:sp>
      <p:pic>
        <p:nvPicPr>
          <p:cNvPr id="75" name="Google Shape;7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7413" y="1225413"/>
            <a:ext cx="6181725" cy="246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075" y="1570075"/>
            <a:ext cx="571500" cy="56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Público-Alvo e Valor Agregado</a:t>
            </a:r>
            <a:endParaRPr sz="2400"/>
          </a:p>
        </p:txBody>
      </p:sp>
      <p:sp>
        <p:nvSpPr>
          <p:cNvPr id="82" name="Google Shape;82;p15"/>
          <p:cNvSpPr txBox="1"/>
          <p:nvPr>
            <p:ph idx="1" type="body"/>
          </p:nvPr>
        </p:nvSpPr>
        <p:spPr>
          <a:xfrm>
            <a:off x="311692" y="1416275"/>
            <a:ext cx="27918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000000"/>
                </a:solidFill>
              </a:rPr>
              <a:t>Público:</a:t>
            </a:r>
            <a:r>
              <a:rPr lang="pt-BR" sz="1100">
                <a:solidFill>
                  <a:srgbClr val="000000"/>
                </a:solidFill>
              </a:rPr>
              <a:t> Contadores, Analistas Fiscais, Gestores. 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 sz="1100">
                <a:solidFill>
                  <a:srgbClr val="000000"/>
                </a:solidFill>
              </a:rPr>
              <a:t>Valor:</a:t>
            </a:r>
            <a:r>
              <a:rPr lang="pt-BR" sz="1100">
                <a:solidFill>
                  <a:srgbClr val="000000"/>
                </a:solidFill>
              </a:rPr>
              <a:t> Conformidade, Redução de Risco, Eficiência Operacional.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83" name="Google Shape;8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3575" y="993425"/>
            <a:ext cx="5662874" cy="34718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/>
          <p:cNvSpPr txBox="1"/>
          <p:nvPr/>
        </p:nvSpPr>
        <p:spPr>
          <a:xfrm>
            <a:off x="152825" y="4465225"/>
            <a:ext cx="79113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latin typeface="Open Sans"/>
                <a:ea typeface="Open Sans"/>
                <a:cs typeface="Open Sans"/>
                <a:sym typeface="Open Sans"/>
              </a:rPr>
              <a:t>https://contaazul.com/blog/parceiros/inteligencia-artificial-na-contabilidade/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O Coração da Inteligência: Agentes Especializados</a:t>
            </a:r>
            <a:endParaRPr sz="2400"/>
          </a:p>
        </p:txBody>
      </p:sp>
      <p:pic>
        <p:nvPicPr>
          <p:cNvPr id="90" name="Google Shape;9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31525"/>
            <a:ext cx="9143999" cy="108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7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43273"/>
            <a:ext cx="9144002" cy="42569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64543"/>
            <a:ext cx="9144000" cy="42144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9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pt-BR" sz="3300">
                <a:solidFill>
                  <a:schemeClr val="dk1"/>
                </a:solidFill>
              </a:rPr>
              <a:t>Obrigada!</a:t>
            </a:r>
            <a:endParaRPr b="1" sz="3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